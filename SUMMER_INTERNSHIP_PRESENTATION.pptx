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274320"/>
            <a:ext cx="11548872" cy="62636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SUMMER INTERNSHIP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149840" cy="71199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rPr sz="1600" dirty="0"/>
              <a:t>MACHINE LEARNING-GUIDED CONFLICT</a:t>
            </a:r>
          </a:p>
          <a:p>
            <a:pPr algn="ctr">
              <a:spcAft>
                <a:spcPts val="50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rPr sz="1650" dirty="0"/>
              <a:t>PRIORITIZATION</a:t>
            </a:r>
            <a:r>
              <a:rPr sz="1600" dirty="0"/>
              <a:t> FOR HYBRID CBS–LaCAM PATH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4168" y="2832405"/>
            <a:ext cx="8503920" cy="101463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 lang="en-IN" sz="1600" dirty="0"/>
              <a:t>VARSHA T  -  810023205102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 lang="en-IN" sz="1600" dirty="0"/>
              <a:t> KALAIYARASI M  - 810023205059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 lang="en-IN" sz="1600"/>
              <a:t>SANTHIYA </a:t>
            </a:r>
            <a:r>
              <a:rPr lang="en-IN" sz="1600" dirty="0"/>
              <a:t>E</a:t>
            </a:r>
            <a:r>
              <a:rPr lang="en-IN" sz="1600"/>
              <a:t> </a:t>
            </a:r>
            <a:r>
              <a:rPr lang="en-IN" sz="1600" dirty="0"/>
              <a:t>- 810023205090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4251960"/>
            <a:ext cx="9966960" cy="8686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lang="en-US" dirty="0"/>
              <a:t>DEPARTMENT OF INFORMATION TECHNOLOGY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lang="en-US" dirty="0"/>
              <a:t>UNIVERSITY COLLEGE OF ENGINEERING (BIT CAMPUS)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rPr lang="en-US" dirty="0"/>
              <a:t>ANNA UNIVERSITY, TIRUCHIRAPPALLI – 620 024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28800" y="5806440"/>
            <a:ext cx="8503920" cy="33239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Academic  2026–2027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9D08D-6518-B4CB-F198-0645985A2F02}"/>
              </a:ext>
            </a:extLst>
          </p:cNvPr>
          <p:cNvSpPr txBox="1"/>
          <p:nvPr/>
        </p:nvSpPr>
        <p:spPr>
          <a:xfrm>
            <a:off x="4921430" y="2330245"/>
            <a:ext cx="1410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Presented by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1. Introduction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486400" cy="516636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Multi-Agent Path Finding (MAPF) plans safe routes for multiple agents moving in the same environment.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Each agent has a start cell and a goal cell; paths must avoid collisions while keeping travel cost and completion time low.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Applications include warehouse automation, mobile robots, autonomous delivery and intelligent transportation.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CBS is reliable but can become computationally expensive when conflicts grow.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LaCAM generates paths quickly but may stagnate in narrow or congested environments.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Problem addressed: resolve the most important conflicts first without losing the reliability of the overall planner.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4389120" cy="777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Multiple agents + goals + obstacles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23960" y="219456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29400" y="2606040"/>
            <a:ext cx="4389120" cy="77724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Paths may contain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338328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29400" y="3794760"/>
            <a:ext cx="43891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Need fast planning + intelligent conflict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074920"/>
            <a:ext cx="420624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Core idea: use Machine Learning to rank conflicts, not to generate the paths themselves.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2. Internship 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486400" cy="521208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Study MAPF fundamentals and the working principles of CBS and LaCAM.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Generate initial paths using LaCAM and detect vertex and edge conflicts.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Extract useful conflict features such as conflict type, timestep, nearby agents and obstacles, makespan and Sum of Costs.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Train a Random Forest regression model to predict conflict priority.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Integrate the predicted ranking with CBS constraints and A* replanning.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Add CBS fallback when the learning-guided search stagnates.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Evaluate runtime, makespan, Sum of Costs, conflicts resolved, planning rounds and success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4206240" cy="82296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40280"/>
            <a:ext cx="4114800" cy="132588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Python + Pygame simulation</a:t>
            </a:r>
          </a:p>
          <a:p>
            <a:pPr>
              <a:spcAft>
                <a:spcPts val="9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Grid maps, agents, goals and obstacles</a:t>
            </a:r>
          </a:p>
          <a:p>
            <a:pPr>
              <a:spcAft>
                <a:spcPts val="9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Algorithm comparison and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886200"/>
            <a:ext cx="420624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OUTSIDE 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709160"/>
            <a:ext cx="4114800" cy="109728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Physical robot deployment</a:t>
            </a:r>
          </a:p>
          <a:p>
            <a:pPr>
              <a:spcAft>
                <a:spcPts val="9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Large-scale real-world testing; proposed as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3. Existing Methods: CBS and LaCAM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68580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000000"/>
                </a:solidFill>
                <a:latin typeface="Arial"/>
              </a:defRPr>
            </a:pPr>
            <a:r>
              <a:t>CONFLICT-BASED SEARCH (CBS)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937760" cy="182880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Two-level search: individual paths at the low level; conflicts and constraints at the high level.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Replans affected agents and can provide optimal solutions under its assumptions.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Limitation: a large constraint tree can increase runtime and memory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20640" cy="68580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LAZY CONSTRAINTS ADDITION SEARCH (LaCAM)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892040" cy="182880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Designed for quick feasible path generation and improved scalability.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Useful when many agents need routes in a shared grid.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Limitation: congestion and narrow corridors can cause repeated blocking or stagnation.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389120"/>
            <a:ext cx="97840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000000"/>
                </a:solidFill>
                <a:latin typeface="Arial"/>
              </a:defRPr>
            </a:pPr>
            <a:r>
              <a:t>HYBRID MOTIVATION</a:t>
            </a:r>
            <a:br/>
            <a:r>
              <a:t>LaCAM contributes fast initial paths; CBS contributes structured conflict resolution; ML guides which conflict to handle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A5A5A"/>
                </a:solidFill>
                <a:latin typeface="Arial"/>
              </a:defRPr>
            </a:pPr>
            <a:r>
              <a:t>The learning model supports conflict selection; it does not replace the path-planning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4. Proposed Hybrid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92024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Grid, agents,</a:t>
            </a:r>
            <a:br/>
            <a:r>
              <a:t>goals, obstacles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34440"/>
            <a:ext cx="18288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LaCAM initial</a:t>
            </a:r>
            <a:br/>
            <a:r>
              <a:t>path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234440"/>
            <a:ext cx="18288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Conflict</a:t>
            </a:r>
            <a:br/>
            <a:r>
              <a:t>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234440"/>
            <a:ext cx="18288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234440"/>
            <a:ext cx="214884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Random Forest</a:t>
            </a:r>
            <a:br/>
            <a:r>
              <a:t>priority 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1600200"/>
            <a:ext cx="411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600200"/>
            <a:ext cx="411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12280" y="1600200"/>
            <a:ext cx="411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1600200"/>
            <a:ext cx="411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2971800"/>
            <a:ext cx="2743200" cy="82296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Select highest-priority conflict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875520" y="1965960"/>
            <a:ext cx="64008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2971800"/>
            <a:ext cx="27432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CBS constraints + A* replanning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452360" y="3383280"/>
            <a:ext cx="685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17320" y="2971800"/>
            <a:ext cx="26517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Check: any conflicts remain?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069080" y="338328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379476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25880" y="4572000"/>
            <a:ext cx="2834640" cy="73152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If stagnation: CBS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572000"/>
            <a:ext cx="27432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Collision-free paths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0"/>
            <a:ext cx="292608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Performance analysis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0520" y="493776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4937760"/>
            <a:ext cx="54864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A5A5A"/>
                </a:solidFill>
                <a:latin typeface="Arial"/>
              </a:defRPr>
            </a:pPr>
            <a:r>
              <a:t>Repeat conflict detection and replanning until a conflict-free solution is found, when one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5. Machine Learning Model and Conflict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303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Random Forest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201168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Target: predicted conflict-priority score.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Model: Random Forest Regressor with 200 trees.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Training setup: 80:20 train-test split; random state 42.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Training data collected from multiple simulation runs; trained model used for priority prediction during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4754880" cy="59436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FEATURES GIVEN TO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Conflict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920240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Vertex or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87168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Conflict timestep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487168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When the conflict occurs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54096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Nearby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054096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Local crowding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21024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Nearby obstacles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621024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Local blockage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87952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Makespan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187952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Completion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80"/>
            <a:ext cx="201168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Sum of Costs (SoC)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754880"/>
            <a:ext cx="260604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0000"/>
                </a:solidFill>
                <a:latin typeface="Arial"/>
              </a:defRPr>
            </a:pPr>
            <a:r>
              <a:t>Total path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5212080" cy="1371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Process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1. Convert each conflict into a feature vector.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2. Predict a priority score for each conflict.</a:t>
            </a:r>
          </a:p>
          <a:p>
            <a:pPr>
              <a:spcAft>
                <a:spcPts val="5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3. Resolve the conflict with the highest score 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The model ranks detected conflicts; CBS still performs constraint-based resolution and replanning.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6. System Implementation and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486400" cy="530352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Language and interface: Python with Pygame for an interactive grid simulator.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Grid Management: create maps, place obstacles, set agent starts and goal locations.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LaCAM Path Planning: quickly generate initial routes for the agents.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Conflict Detection: identify vertex conflicts (same cell, same time) and edge conflicts (agents swap positions).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Feature Extraction + ML: calculate conflict features and predict priority.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CBS Resolution: add constraints and replan affected agents using A*.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Fallback and Performance: use complete CBS search if learning-guided resolution stagnates; record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25880"/>
            <a:ext cx="4389120" cy="68580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VERTEX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57400"/>
            <a:ext cx="4114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Two agents reach the same cell at the same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2514600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2514600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2440" y="2514600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95360" y="2514600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98280" y="2514600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86600" y="2898648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89520" y="2898648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2898648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95360" y="2898648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2898648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3282696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89520" y="3282696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282696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95360" y="3282696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3282696"/>
            <a:ext cx="4572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2834640"/>
            <a:ext cx="4572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886200"/>
            <a:ext cx="4389120" cy="68580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EDGE CONFLICT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645152"/>
            <a:ext cx="4114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Two agents move across the same edge in opposite directions during one timestep.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669280"/>
            <a:ext cx="42976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Both conflict types must be detected before safe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7. Experimental Setup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303520" cy="502920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Tested multiple grid environments with different obstacle layouts and numbers of agents.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Scenarios included simple, moderate and highly congested maps.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Collected conflict data from simulations to train and integrate the Random Forest model.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Compared the hybrid framework with CBS and LaCAM.</a:t>
            </a:r>
          </a:p>
          <a:p>
            <a:pPr>
              <a:spcAft>
                <a:spcPts val="9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Evaluated computational efficiency, solution quality and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663440" cy="59436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38528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Execution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956816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Total planning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59736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Conflicts detected/resolved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478024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Conflict load and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80944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Makespan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999232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Time for the last agent to finish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02152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Sum of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520440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Combined path length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23360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Planning rounds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041648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Replanning iterations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44568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562855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Share of cases with collision-free paths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65776"/>
            <a:ext cx="233172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CBS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084064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Robustness in difficult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Evaluation varies with map size, agent count and obstacle density.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8. Results and Comparison with Existing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2103120" cy="566928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Arial"/>
              </a:defRPr>
            </a:pPr>
            <a:r>
              <a:t>Parameter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79" y="1234440"/>
            <a:ext cx="2194560" cy="566928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Arial"/>
              </a:defRPr>
            </a:pPr>
            <a:r>
              <a:t>CBS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234440"/>
            <a:ext cx="2194560" cy="566928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Arial"/>
              </a:defRPr>
            </a:pPr>
            <a:r>
              <a:t>LaCAM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234440"/>
            <a:ext cx="4297680" cy="566928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Arial"/>
              </a:defRPr>
            </a:pPr>
            <a:r>
              <a:t>Proposed Hybrid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01368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Initial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801368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Slower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801368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Fast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801368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Fast via LaCAM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68296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Conflict selection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368296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Constraint-based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368296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Local/search-based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368296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ML-prioritized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935224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Congested maps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79" y="2935224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Runtime may rise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935224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May stagnate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35224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CBS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02152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ML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3502152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502152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3502152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Random Forest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069080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79" y="4069080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069080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Moderate in difficult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4069080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High with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636008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Collision avoidance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79" y="4636008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636008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4636008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10515600" cy="91440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Observed: nearby agents and obstacles were important features for priority prediction.</a:t>
            </a:r>
          </a:p>
          <a:p>
            <a:pPr>
              <a:spcAft>
                <a:spcPts val="9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The report describes reduced unnecessary replanning in many scenarios; no fabricated numeric speedup is claimed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9.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1106424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5A5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120640" cy="64008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937760" cy="329184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Combined LaCAM, CBS and Random Forest-based conflict prioritization in one MAPF framework.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LaCAM provides quick initial routes; ML ranks conflicts; CBS resolves them using constraints and replanning.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Python and Pygame provide a visual simulation for agents, obstacles, paths and results.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CBS fallback supports reliable search when the learning-guided process stagnates.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120640" cy="640080"/>
          </a:xfrm>
          <a:prstGeom prst="roundRect">
            <a:avLst/>
          </a:prstGeom>
          <a:solidFill>
            <a:srgbClr val="EBEBEB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000000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846320" cy="3474720"/>
          </a:xfrm>
          <a:prstGeom prst="rect">
            <a:avLst/>
          </a:prstGeom>
          <a:noFill/>
        </p:spPr>
        <p:txBody>
          <a:bodyPr wrap="square" lIns="109728" tIns="73152" bIns="54864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Explore Graph Neural Networks or Reinforcement Learning for conflict prioritization.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Test on larger benchmark datasets and more agents.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Support dynamic environments with changing obstacles and goals.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Update the model using newly generated conflict data.</a:t>
            </a:r>
          </a:p>
          <a:p>
            <a:pPr>
              <a:spcAft>
                <a:spcPts val="9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Integrate with warehouse, delivery or manufacturing robots; optimize runtime and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Thank you  | 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1204</Words>
  <Application>Microsoft Office PowerPoint</Application>
  <PresentationFormat>Widescreen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kalaiyarasi m</dc:creator>
  <cp:keywords/>
  <dc:description>generated using python-pptx</dc:description>
  <cp:lastModifiedBy>yarasikalai801@outlook.com</cp:lastModifiedBy>
  <cp:revision>2</cp:revision>
  <dcterms:created xsi:type="dcterms:W3CDTF">2013-01-27T09:14:16Z</dcterms:created>
  <dcterms:modified xsi:type="dcterms:W3CDTF">2026-10-22T03:47:24Z</dcterms:modified>
  <cp:category/>
</cp:coreProperties>
</file>